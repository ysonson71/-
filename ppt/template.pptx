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4" r:id="rId4"/>
  </p:sldMasterIdLst>
  <p:notesMasterIdLst>
    <p:notesMasterId r:id="rId7"/>
  </p:notesMasterIdLst>
  <p:handoutMasterIdLst>
    <p:handoutMasterId r:id="rId8"/>
  </p:handoutMasterIdLst>
  <p:sldIdLst>
    <p:sldId id="256" r:id="rId5"/>
    <p:sldId id="259" r:id="rId6"/>
  </p:sldIdLst>
  <p:sldSz cx="12192000" cy="6858000"/>
  <p:notesSz cx="6794500" cy="9931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B335A"/>
    <a:srgbClr val="044D96"/>
    <a:srgbClr val="4AADF0"/>
    <a:srgbClr val="0075EA"/>
    <a:srgbClr val="E12746"/>
    <a:srgbClr val="E74F68"/>
    <a:srgbClr val="4ACAE4"/>
    <a:srgbClr val="9BB8D5"/>
    <a:srgbClr val="AC1831"/>
    <a:srgbClr val="1A283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96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7610F9-1BAE-3D85-C58F-209142DFF36C}" v="2" dt="2026-03-10T00:19:25.17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테마 스타일 2 - 강조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721" autoAdjust="0"/>
    <p:restoredTop sz="95515" autoAdjust="0"/>
  </p:normalViewPr>
  <p:slideViewPr>
    <p:cSldViewPr snapToGrid="0">
      <p:cViewPr varScale="1">
        <p:scale>
          <a:sx n="79" d="100"/>
          <a:sy n="79" d="100"/>
        </p:scale>
        <p:origin x="418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2DD58FC0-0015-20AA-2BE4-8EE4E19FC7F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1" y="0"/>
            <a:ext cx="2944072" cy="498077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l">
              <a:defRPr sz="1200"/>
            </a:lvl1pPr>
          </a:lstStyle>
          <a:p>
            <a:endParaRPr lang="ko-KR" altLang="en-US" dirty="0">
              <a:ea typeface="Black Han Sans" pitchFamily="2" charset="-127"/>
            </a:endParaRP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82AF6BD-B015-0960-16DC-50B236618B3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8844" y="0"/>
            <a:ext cx="2944072" cy="498077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r">
              <a:defRPr sz="1200"/>
            </a:lvl1pPr>
          </a:lstStyle>
          <a:p>
            <a:fld id="{A85B4429-60B0-4B08-BB36-FA966DBE2ACA}" type="datetimeFigureOut">
              <a:rPr lang="ko-KR" altLang="en-US" smtClean="0">
                <a:ea typeface="Black Han Sans" pitchFamily="2" charset="-127"/>
              </a:rPr>
              <a:t>2026-09-14</a:t>
            </a:fld>
            <a:endParaRPr lang="ko-KR" altLang="en-US" dirty="0">
              <a:ea typeface="Black Han Sans" pitchFamily="2" charset="-127"/>
            </a:endParaRP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AF49E4F-CAFD-45EB-935C-4CB2269B3D0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1" y="9433324"/>
            <a:ext cx="2944072" cy="498077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l">
              <a:defRPr sz="1200"/>
            </a:lvl1pPr>
          </a:lstStyle>
          <a:p>
            <a:endParaRPr lang="ko-KR" altLang="en-US" dirty="0">
              <a:ea typeface="Black Han Sans" pitchFamily="2" charset="-127"/>
            </a:endParaRPr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360C95C-D9DC-3E12-C092-569FC27F2B0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8844" y="9433324"/>
            <a:ext cx="2944072" cy="498077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r">
              <a:defRPr sz="1200"/>
            </a:lvl1pPr>
          </a:lstStyle>
          <a:p>
            <a:fld id="{7659B021-D6D0-4C03-9F3C-4CBBB55BBD5D}" type="slidenum">
              <a:rPr lang="ko-KR" altLang="en-US" smtClean="0">
                <a:ea typeface="Black Han Sans" pitchFamily="2" charset="-127"/>
              </a:rPr>
              <a:t>‹#›</a:t>
            </a:fld>
            <a:endParaRPr lang="ko-KR" altLang="en-US" dirty="0">
              <a:ea typeface="Black Han Sans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011136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4759" cy="498077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l">
              <a:defRPr sz="1200">
                <a:ea typeface="Black Han Sans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8157" y="1"/>
            <a:ext cx="2944759" cy="498077"/>
          </a:xfrm>
          <a:prstGeom prst="rect">
            <a:avLst/>
          </a:prstGeom>
        </p:spPr>
        <p:txBody>
          <a:bodyPr vert="horz" lIns="91321" tIns="45661" rIns="91321" bIns="45661" rtlCol="0"/>
          <a:lstStyle>
            <a:lvl1pPr algn="r">
              <a:defRPr sz="1200">
                <a:ea typeface="Black Han Sans" pitchFamily="2" charset="-127"/>
              </a:defRPr>
            </a:lvl1pPr>
          </a:lstStyle>
          <a:p>
            <a:fld id="{231B3E98-B92B-412F-AF93-F7A7F00B3765}" type="datetimeFigureOut">
              <a:rPr lang="ko-KR" altLang="en-US" smtClean="0"/>
              <a:pPr/>
              <a:t>2026-09-14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17513" y="1241425"/>
            <a:ext cx="5959475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21" tIns="45661" rIns="91321" bIns="45661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927" y="4779318"/>
            <a:ext cx="5434648" cy="3910062"/>
          </a:xfrm>
          <a:prstGeom prst="rect">
            <a:avLst/>
          </a:prstGeom>
        </p:spPr>
        <p:txBody>
          <a:bodyPr vert="horz" lIns="91321" tIns="45661" rIns="91321" bIns="45661" rtlCol="0"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3325"/>
            <a:ext cx="2944759" cy="498077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l">
              <a:defRPr sz="1200">
                <a:ea typeface="Black Han Sans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8157" y="9433325"/>
            <a:ext cx="2944759" cy="498077"/>
          </a:xfrm>
          <a:prstGeom prst="rect">
            <a:avLst/>
          </a:prstGeom>
        </p:spPr>
        <p:txBody>
          <a:bodyPr vert="horz" lIns="91321" tIns="45661" rIns="91321" bIns="45661" rtlCol="0" anchor="b"/>
          <a:lstStyle>
            <a:lvl1pPr algn="r">
              <a:defRPr sz="1200">
                <a:ea typeface="Black Han Sans" pitchFamily="2" charset="-127"/>
              </a:defRPr>
            </a:lvl1pPr>
          </a:lstStyle>
          <a:p>
            <a:fld id="{07CBB2D1-CB4C-47BF-8A5C-3E4CF4E1D47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7043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Black Han Sans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Black Han Sans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Black Han Sans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Black Han Sans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Black Han Sans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다채로움, 벡터 그래픽, 예술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1BD4BE6-E1DA-AD83-CD94-32C714FA96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40321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F4E95EE-645C-66E4-037F-7CB2519914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그림 5" descr="동우화인켐.bmp">
            <a:extLst>
              <a:ext uri="{FF2B5EF4-FFF2-40B4-BE49-F238E27FC236}">
                <a16:creationId xmlns:a16="http://schemas.microsoft.com/office/drawing/2014/main" id="{C7122A32-DB80-4F48-99EF-AD63D6EF38A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653690" y="6534914"/>
            <a:ext cx="2436945" cy="266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0260C7D-C078-4F67-B08E-BABACB1D8ECB}"/>
              </a:ext>
            </a:extLst>
          </p:cNvPr>
          <p:cNvSpPr txBox="1"/>
          <p:nvPr userDrawn="1"/>
        </p:nvSpPr>
        <p:spPr>
          <a:xfrm>
            <a:off x="7777315" y="6568574"/>
            <a:ext cx="1104790" cy="223587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r>
              <a:rPr lang="en-US" altLang="ko-KR" sz="853" b="1" dirty="0">
                <a:solidFill>
                  <a:srgbClr val="FF0000"/>
                </a:solidFill>
                <a:latin typeface="Arial Black" panose="020B0A04020102020204" pitchFamily="34" charset="0"/>
              </a:rPr>
              <a:t>CONFIDENTIAL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8208E08-1DA3-4C2C-AD21-CFABBF05CEE0}"/>
              </a:ext>
            </a:extLst>
          </p:cNvPr>
          <p:cNvSpPr txBox="1"/>
          <p:nvPr userDrawn="1"/>
        </p:nvSpPr>
        <p:spPr>
          <a:xfrm>
            <a:off x="651389" y="6515162"/>
            <a:ext cx="4299574" cy="276999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fr-FR" altLang="ko-KR" sz="12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Information &amp; Communication Device Business Division</a:t>
            </a:r>
            <a:endParaRPr lang="ko-KR" altLang="en-US" sz="1200" b="1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Text Box 74">
            <a:extLst>
              <a:ext uri="{FF2B5EF4-FFF2-40B4-BE49-F238E27FC236}">
                <a16:creationId xmlns:a16="http://schemas.microsoft.com/office/drawing/2014/main" id="{233B49B7-1E99-44C2-BF14-C12A77173303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6187956" y="6553968"/>
            <a:ext cx="334369" cy="2062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74286" tIns="37143" rIns="74286" bIns="37143">
            <a:spAutoFit/>
          </a:bodyPr>
          <a:lstStyle/>
          <a:p>
            <a:fld id="{81BF1B32-9168-4E72-9CB3-9FB1DBA43954}" type="slidenum">
              <a:rPr lang="en-US" altLang="ja-JP" sz="853" smtClean="0">
                <a:latin typeface="+mn-lt"/>
                <a:ea typeface="휴먼엑스포" panose="02030504000101010101" pitchFamily="18" charset="-127"/>
              </a:rPr>
              <a:pPr/>
              <a:t>‹#›</a:t>
            </a:fld>
            <a:endParaRPr lang="en-US" altLang="ja-JP" sz="853" dirty="0">
              <a:latin typeface="+mn-lt"/>
              <a:ea typeface="휴먼엑스포" panose="02030504000101010101" pitchFamily="18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7B62945-72C9-B74F-C3CB-49CA2293FE95}"/>
              </a:ext>
            </a:extLst>
          </p:cNvPr>
          <p:cNvCxnSpPr/>
          <p:nvPr userDrawn="1"/>
        </p:nvCxnSpPr>
        <p:spPr>
          <a:xfrm>
            <a:off x="419911" y="749029"/>
            <a:ext cx="11352178" cy="0"/>
          </a:xfrm>
          <a:prstGeom prst="line">
            <a:avLst/>
          </a:prstGeom>
          <a:ln w="28575"/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5464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F70362-A470-40C6-B96B-11BEE2046AB4}" type="datetimeFigureOut">
              <a:rPr lang="ko-KR" altLang="en-US" smtClean="0"/>
              <a:t>2026-09-14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8DC3A7B-32F2-488D-935B-61D6757ED3EE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27497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8" r:id="rId1"/>
    <p:sldLayoutId id="2147483725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Meiryo UI" panose="020B0604020202020204" pitchFamily="34" charset="0"/>
        <a:buChar char="•"/>
        <a:defRPr sz="2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Meiryo UI" panose="020B0604020202020204" pitchFamily="34" charset="0"/>
        <a:buChar char="•"/>
        <a:defRPr sz="2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Meiryo UI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Meiryo UI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Meiryo UI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Meiryo UI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Meiryo UI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Meiryo UI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Meiryo UI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0BC56DC5-AE9C-08D7-6AE2-79779EF37FB9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55284" y="70356"/>
            <a:ext cx="10515600" cy="484161"/>
          </a:xfrm>
        </p:spPr>
        <p:txBody>
          <a:bodyPr>
            <a:normAutofit fontScale="90000"/>
          </a:bodyPr>
          <a:lstStyle/>
          <a:p>
            <a:endParaRPr lang="ja-JP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496910E-F241-B2D2-BDC1-AEFEA65325EF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141505" y="809077"/>
            <a:ext cx="11908990" cy="5561502"/>
          </a:xfrm>
        </p:spPr>
        <p:txBody>
          <a:bodyPr/>
          <a:lstStyle/>
          <a:p>
            <a:endParaRPr lang="ja-JP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2013 - 2022 테마">
  <a:themeElements>
    <a:clrScheme name="Office 2013 - 2022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Meiryo UI">
      <a:majorFont>
        <a:latin typeface="Meiryo UI"/>
        <a:ea typeface="Meiryo UI"/>
        <a:cs typeface=""/>
      </a:majorFont>
      <a:minorFont>
        <a:latin typeface="Meiryo UI"/>
        <a:ea typeface="Meiryo UI"/>
        <a:cs typeface=""/>
      </a:minorFont>
    </a:fontScheme>
    <a:fmtScheme name="Office 2013 - 2022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dirty="0" smtClean="0">
            <a:highlight>
              <a:srgbClr val="4AADF0"/>
            </a:highlight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eiryo UI" panose="020F0302020204030204"/>
        <a:ea typeface=""/>
        <a:cs typeface=""/>
        <a:font script="Jpan" typeface="游ゴシック Light"/>
        <a:font script="Hang" typeface="Meiryo UI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Meiryo UI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 panose="020F0502020204030204"/>
        <a:ea typeface=""/>
        <a:cs typeface=""/>
        <a:font script="Jpan" typeface="游ゴシック"/>
        <a:font script="Hang" typeface="Meiryo UI"/>
        <a:font script="Hans" typeface="等线"/>
        <a:font script="Hant" typeface="新細明體"/>
        <a:font script="Arab" typeface="Meiryo UI"/>
        <a:font script="Hebr" typeface="Meiryo UI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eiryo UI"/>
        <a:font script="Uigh" typeface="Microsoft Uighur"/>
        <a:font script="Geor" typeface="Sylfaen"/>
        <a:font script="Armn" typeface="Meiryo UI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Meiryo UI" panose="02110004020202020204"/>
        <a:ea typeface=""/>
        <a:cs typeface=""/>
        <a:font script="Jpan" typeface="游ゴシック Light"/>
        <a:font script="Hang" typeface="Meiryo UI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Meiryo UI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eiryo UI" panose="02110004020202020204"/>
        <a:ea typeface=""/>
        <a:cs typeface=""/>
        <a:font script="Jpan" typeface="游ゴシック"/>
        <a:font script="Hang" typeface="Meiryo UI"/>
        <a:font script="Hans" typeface="等线"/>
        <a:font script="Hant" typeface="新細明體"/>
        <a:font script="Arab" typeface="Meiryo UI"/>
        <a:font script="Hebr" typeface="Meiryo UI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Meiryo UI"/>
        <a:font script="Uigh" typeface="Microsoft Uighur"/>
        <a:font script="Geor" typeface="Sylfaen"/>
        <a:font script="Armn" typeface="Meiryo UI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9123D7A2131F5F468D4DEAEA82180161" ma:contentTypeVersion="12" ma:contentTypeDescription="새 문서를 만듭니다." ma:contentTypeScope="" ma:versionID="23bf0a3519c544f8c7bc22ec8413e772">
  <xsd:schema xmlns:xsd="http://www.w3.org/2001/XMLSchema" xmlns:xs="http://www.w3.org/2001/XMLSchema" xmlns:p="http://schemas.microsoft.com/office/2006/metadata/properties" xmlns:ns3="3ef83057-600e-472e-8b21-8249e58b70b0" xmlns:ns4="75e30cd1-5f97-471c-9f9f-ac04c3910031" targetNamespace="http://schemas.microsoft.com/office/2006/metadata/properties" ma:root="true" ma:fieldsID="e5892cd91c1ed23914eec3d24acfb265" ns3:_="" ns4:_="">
    <xsd:import namespace="3ef83057-600e-472e-8b21-8249e58b70b0"/>
    <xsd:import namespace="75e30cd1-5f97-471c-9f9f-ac04c391003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f83057-600e-472e-8b21-8249e58b70b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5e30cd1-5f97-471c-9f9f-ac04c3910031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8" nillable="true" ma:displayName="힌트 해시 공유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ef83057-600e-472e-8b21-8249e58b70b0" xsi:nil="true"/>
  </documentManagement>
</p:properties>
</file>

<file path=customXml/itemProps1.xml><?xml version="1.0" encoding="utf-8"?>
<ds:datastoreItem xmlns:ds="http://schemas.openxmlformats.org/officeDocument/2006/customXml" ds:itemID="{F248F880-F9E6-4757-9ACB-22CA60AA84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ef83057-600e-472e-8b21-8249e58b70b0"/>
    <ds:schemaRef ds:uri="75e30cd1-5f97-471c-9f9f-ac04c391003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538ACF97-B451-47BF-8CA4-BEF6E15FA05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E1A15A2-02E7-4145-BE5F-72684817569F}">
  <ds:schemaRefs>
    <ds:schemaRef ds:uri="http://purl.org/dc/terms/"/>
    <ds:schemaRef ds:uri="http://schemas.microsoft.com/office/infopath/2007/PartnerControls"/>
    <ds:schemaRef ds:uri="http://purl.org/dc/elements/1.1/"/>
    <ds:schemaRef ds:uri="http://www.w3.org/XML/1998/namespace"/>
    <ds:schemaRef ds:uri="http://schemas.microsoft.com/office/2006/documentManagement/types"/>
    <ds:schemaRef ds:uri="75e30cd1-5f97-471c-9f9f-ac04c3910031"/>
    <ds:schemaRef ds:uri="http://schemas.openxmlformats.org/package/2006/metadata/core-properties"/>
    <ds:schemaRef ds:uri="http://schemas.microsoft.com/office/2006/metadata/properties"/>
    <ds:schemaRef ds:uri="3ef83057-600e-472e-8b21-8249e58b70b0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2ebb73d1-fbac-4d4a-a54a-3c9b3f1bc924}" enabled="0" method="" siteId="{2ebb73d1-fbac-4d4a-a54a-3c9b3f1bc92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6286</TotalTime>
  <Words>0</Words>
  <Application>Microsoft Office PowerPoint</Application>
  <PresentationFormat>와이드스크린</PresentationFormat>
  <Paragraphs>0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Meiryo UI</vt:lpstr>
      <vt:lpstr>Arial</vt:lpstr>
      <vt:lpstr>Arial Black</vt:lpstr>
      <vt:lpstr>Office 2013 - 2022 테마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(주)피티링크</dc:creator>
  <cp:lastModifiedBy>손영섭(Youngsub SON)</cp:lastModifiedBy>
  <cp:revision>129</cp:revision>
  <cp:lastPrinted>2026-01-12T04:22:08Z</cp:lastPrinted>
  <dcterms:created xsi:type="dcterms:W3CDTF">2024-01-16T05:34:02Z</dcterms:created>
  <dcterms:modified xsi:type="dcterms:W3CDTF">2026-09-14T04:13:11Z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0x0101009123D7A2131F5F468D4DEAEA82180161</vt:lpwstr>
  </property>
  <property fmtid="{D5CDD505-2E9C-101B-9397-08002B2CF9AE}" pid="3" name="Fasoo_Trace_ID">
    <vt:lpwstr>eyJub2RlMSI6eyJkc2QiOiIwMTAwMDAwMDAwMDAyNzU2IiwibG9nVGltZSI6IjIwMjYtMDMtMDlUMDM6NTQ6NDNaIiwicElEIjoxLCJwcm9jZXNzSWQiOjEzNTY0LCJwcm9jZXNzTmFtZSI6IlBPV0VSUE5ULkVYRSIsInRyYWNlSWQiOiI3NzBGNEYwM0Q5MEQ0MDQ1QTUyRENFOUM0QjhBNjE0NSIsInVzZXJDb2RlIjoic29ueXMifSwibm9kZTIiOnsiZHNkIjoiMDEwMDAwMDAwMDAwMjc1NiIsImxvZ1RpbWUiOiIyMDI2LTAzLTA5VDAzOjU0OjQzWiIsInBJRCI6MSwicHJvY2Vzc0lkIjoxMzU2NCwicHJvY2Vzc05hbWUiOiJQT1dFUlBOVC5FWEUiLCJ0cmFjZUlkIjoiNzcwRjRGMDNEOTBENDA0NUE1MkRDRTlDNEI4QTYxNDUiLCJ1c2VyQ29kZSI6InNvbnlzIn0sIm5vZGUzIjp7ImRzZCI6IjAxMDAwMDAwMDAwMDI3NTYiLCJsb2dUaW1lIjoiMjAyNi0wMy0wOVQwMzo1NDo0M1oiLCJwSUQiOjEsInByb2Nlc3NJZCI6MTM1NjQsInByb2Nlc3NOYW1lIjoiUE9XRVJQTlQuRVhFIiwidHJhY2VJZCI6Ijc3MEY0RjAzRDkwRDQwNDVBNTJEQ0U5QzRCOEE2MTQ1IiwidXNlckNvZGUiOiJzb255cyJ9LCJub2RlNCI6eyJkc2QiOiIwMTAwMDAwMDAwMDAyNzU2IiwibG9nVGltZSI6IjIwMjYtMDMtMDlUMDQ6MjU6MTZaIiwicElEIjoxLCJwcm9jZXNzSWQiOjEzNTY0LCJwcm9jZXNzTmFtZSI6IlBPV0VSUE5ULkVYRSIsInRyYWNlSWQiOiIzRTYxNUYyMTEzMDU0MkVCOEY3REVGRjVGMDQ0QjJDNyIsInVzZXJDb2RlIjoic29ueXMifSwibm9kZTUiOnsiZHNkIjoiMDAwMDAwMDAwMDAwMDAwMCIsImxvZ1RpbWUiOiIyMDI2LTAzLTA5VDA1OjUzOjM0WiIsInBJRCI6MjA0OCwicHJvY2Vzc0lkIjoyMDc4OCwicHJvY2Vzc05hbWUiOiJQT1dFUlBOVC5FWEUiLCJ0cmFjZUlkIjoiNENGMzc0RUYwQUJBNDQ5NDgwMUEzOEI1NTBEMTdCMUEiLCJ1c2VyQ29kZSI6InNvbnlzIn0sIm5vZGVDb3VudCI6Mywicm9vdFRyYWNlSWQiOiI3NzBGNEYwM0Q5MEQ0MDQ1QTUyRENFOUM0QjhBNjE0NSJ9</vt:lpwstr>
  </property>
</Properties>
</file>